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56" r:id="rId2"/>
    <p:sldId id="293" r:id="rId3"/>
    <p:sldId id="296" r:id="rId4"/>
    <p:sldId id="298" r:id="rId5"/>
    <p:sldId id="299" r:id="rId6"/>
    <p:sldId id="303" r:id="rId7"/>
    <p:sldId id="295" r:id="rId8"/>
    <p:sldId id="311" r:id="rId9"/>
    <p:sldId id="312" r:id="rId10"/>
    <p:sldId id="3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DD0F88-8A1D-469E-9A4D-0D864E33DB38}" v="2" dt="2025-03-08T13:33:29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7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E3DD0F88-8A1D-469E-9A4D-0D864E33DB38}"/>
    <pc:docChg chg="undo redo custSel modSld">
      <pc:chgData name="Saikat Baul" userId="dae859d7-ea3e-4a5d-83a1-d953f3940120" providerId="ADAL" clId="{E3DD0F88-8A1D-469E-9A4D-0D864E33DB38}" dt="2025-03-10T03:43:41.651" v="181" actId="207"/>
      <pc:docMkLst>
        <pc:docMk/>
      </pc:docMkLst>
      <pc:sldChg chg="modSp mod">
        <pc:chgData name="Saikat Baul" userId="dae859d7-ea3e-4a5d-83a1-d953f3940120" providerId="ADAL" clId="{E3DD0F88-8A1D-469E-9A4D-0D864E33DB38}" dt="2025-03-01T08:39:47.323" v="23" actId="1076"/>
        <pc:sldMkLst>
          <pc:docMk/>
          <pc:sldMk cId="2664565021" sldId="256"/>
        </pc:sldMkLst>
        <pc:spChg chg="mod">
          <ac:chgData name="Saikat Baul" userId="dae859d7-ea3e-4a5d-83a1-d953f3940120" providerId="ADAL" clId="{E3DD0F88-8A1D-469E-9A4D-0D864E33DB38}" dt="2025-03-01T08:39:47.323" v="23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E3DD0F88-8A1D-469E-9A4D-0D864E33DB38}" dt="2025-03-03T14:06:46.512" v="28" actId="14100"/>
        <pc:sldMkLst>
          <pc:docMk/>
          <pc:sldMk cId="3411684674" sldId="293"/>
        </pc:sldMkLst>
        <pc:spChg chg="mod">
          <ac:chgData name="Saikat Baul" userId="dae859d7-ea3e-4a5d-83a1-d953f3940120" providerId="ADAL" clId="{E3DD0F88-8A1D-469E-9A4D-0D864E33DB38}" dt="2025-03-03T14:06:46.512" v="28" actId="14100"/>
          <ac:spMkLst>
            <pc:docMk/>
            <pc:sldMk cId="3411684674" sldId="293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03T16:54:26.759" v="33" actId="14100"/>
        <pc:sldMkLst>
          <pc:docMk/>
          <pc:sldMk cId="3925133192" sldId="298"/>
        </pc:sldMkLst>
        <pc:spChg chg="mod">
          <ac:chgData name="Saikat Baul" userId="dae859d7-ea3e-4a5d-83a1-d953f3940120" providerId="ADAL" clId="{E3DD0F88-8A1D-469E-9A4D-0D864E33DB38}" dt="2025-03-03T16:54:26.759" v="33" actId="14100"/>
          <ac:spMkLst>
            <pc:docMk/>
            <pc:sldMk cId="3925133192" sldId="298"/>
            <ac:spMk id="3" creationId="{00000000-0000-0000-0000-000000000000}"/>
          </ac:spMkLst>
        </pc:spChg>
        <pc:picChg chg="mod">
          <ac:chgData name="Saikat Baul" userId="dae859d7-ea3e-4a5d-83a1-d953f3940120" providerId="ADAL" clId="{E3DD0F88-8A1D-469E-9A4D-0D864E33DB38}" dt="2025-03-03T16:54:17.100" v="32" actId="1076"/>
          <ac:picMkLst>
            <pc:docMk/>
            <pc:sldMk cId="3925133192" sldId="298"/>
            <ac:picMk id="6" creationId="{00000000-0000-0000-0000-000000000000}"/>
          </ac:picMkLst>
        </pc:picChg>
      </pc:sldChg>
      <pc:sldChg chg="addSp delSp modSp mod modNotesTx">
        <pc:chgData name="Saikat Baul" userId="dae859d7-ea3e-4a5d-83a1-d953f3940120" providerId="ADAL" clId="{E3DD0F88-8A1D-469E-9A4D-0D864E33DB38}" dt="2025-03-08T13:56:35.636" v="145" actId="20577"/>
        <pc:sldMkLst>
          <pc:docMk/>
          <pc:sldMk cId="1632695831" sldId="300"/>
        </pc:sldMkLst>
        <pc:spChg chg="add del mod">
          <ac:chgData name="Saikat Baul" userId="dae859d7-ea3e-4a5d-83a1-d953f3940120" providerId="ADAL" clId="{E3DD0F88-8A1D-469E-9A4D-0D864E33DB38}" dt="2025-03-08T13:34:06.347" v="100" actId="208"/>
          <ac:spMkLst>
            <pc:docMk/>
            <pc:sldMk cId="1632695831" sldId="300"/>
            <ac:spMk id="3" creationId="{00000000-0000-0000-0000-000000000000}"/>
          </ac:spMkLst>
        </pc:spChg>
        <pc:spChg chg="add mod">
          <ac:chgData name="Saikat Baul" userId="dae859d7-ea3e-4a5d-83a1-d953f3940120" providerId="ADAL" clId="{E3DD0F88-8A1D-469E-9A4D-0D864E33DB38}" dt="2025-03-08T13:34:30.433" v="133" actId="20577"/>
          <ac:spMkLst>
            <pc:docMk/>
            <pc:sldMk cId="1632695831" sldId="300"/>
            <ac:spMk id="7" creationId="{FF9B66A1-42A4-B4A2-FF41-E6481BE1F974}"/>
          </ac:spMkLst>
        </pc:spChg>
        <pc:picChg chg="mod">
          <ac:chgData name="Saikat Baul" userId="dae859d7-ea3e-4a5d-83a1-d953f3940120" providerId="ADAL" clId="{E3DD0F88-8A1D-469E-9A4D-0D864E33DB38}" dt="2025-03-08T13:33:29.087" v="94" actId="1076"/>
          <ac:picMkLst>
            <pc:docMk/>
            <pc:sldMk cId="1632695831" sldId="300"/>
            <ac:picMk id="1026" creationId="{00000000-0000-0000-0000-000000000000}"/>
          </ac:picMkLst>
        </pc:picChg>
      </pc:sldChg>
      <pc:sldChg chg="modSp mod">
        <pc:chgData name="Saikat Baul" userId="dae859d7-ea3e-4a5d-83a1-d953f3940120" providerId="ADAL" clId="{E3DD0F88-8A1D-469E-9A4D-0D864E33DB38}" dt="2025-03-08T14:01:51.404" v="180" actId="20577"/>
        <pc:sldMkLst>
          <pc:docMk/>
          <pc:sldMk cId="2476521425" sldId="304"/>
        </pc:sldMkLst>
        <pc:spChg chg="mod">
          <ac:chgData name="Saikat Baul" userId="dae859d7-ea3e-4a5d-83a1-d953f3940120" providerId="ADAL" clId="{E3DD0F88-8A1D-469E-9A4D-0D864E33DB38}" dt="2025-03-08T14:01:51.404" v="180" actId="20577"/>
          <ac:spMkLst>
            <pc:docMk/>
            <pc:sldMk cId="2476521425" sldId="304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10T03:43:41.651" v="181" actId="207"/>
        <pc:sldMkLst>
          <pc:docMk/>
          <pc:sldMk cId="300910314" sldId="307"/>
        </pc:sldMkLst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6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7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8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9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0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6" creationId="{00000000-0000-0000-0000-000000000000}"/>
          </ac:spMkLst>
        </pc:spChg>
      </pc:sldChg>
    </pc:docChg>
  </pc:docChgLst>
  <pc:docChgLst>
    <pc:chgData name="Farzana Bente Alam" userId="3f74bd13-d3c2-4c92-803f-cee23a0d21b8" providerId="ADAL" clId="{27AC36B6-6117-403C-9CA1-F33B43EB0339}"/>
    <pc:docChg chg="modSld">
      <pc:chgData name="Farzana Bente Alam" userId="3f74bd13-d3c2-4c92-803f-cee23a0d21b8" providerId="ADAL" clId="{27AC36B6-6117-403C-9CA1-F33B43EB0339}" dt="2024-11-03T06:15:54.186" v="0" actId="1036"/>
      <pc:docMkLst>
        <pc:docMk/>
      </pc:docMkLst>
      <pc:sldChg chg="modSp mod">
        <pc:chgData name="Farzana Bente Alam" userId="3f74bd13-d3c2-4c92-803f-cee23a0d21b8" providerId="ADAL" clId="{27AC36B6-6117-403C-9CA1-F33B43EB0339}" dt="2024-11-03T06:15:54.186" v="0" actId="1036"/>
        <pc:sldMkLst>
          <pc:docMk/>
          <pc:sldMk cId="1632695831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cholar.google.com/citations?view_op=list_works&amp;hl=en&amp;hl=en&amp;user=WXtW1XMAAAAJ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876288" y="3715404"/>
            <a:ext cx="3557012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JUBAYER AHAMED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400" cap="none" dirty="0">
                <a:solidFill>
                  <a:schemeClr val="tx1"/>
                </a:solidFill>
              </a:rPr>
              <a:t> </a:t>
            </a:r>
            <a:endParaRPr lang="en-US" sz="28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2" descr="Google Scholar Logo PNG Vector (AI, PDF ...">
            <a:extLst>
              <a:ext uri="{FF2B5EF4-FFF2-40B4-BE49-F238E27FC236}">
                <a16:creationId xmlns:a16="http://schemas.microsoft.com/office/drawing/2014/main" id="{CE63CACF-36DE-9C52-3964-4DA46A7E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854" y="453749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B9FA1C-4DA2-8243-927D-F366802C38D3}"/>
              </a:ext>
            </a:extLst>
          </p:cNvPr>
          <p:cNvSpPr txBox="1"/>
          <p:nvPr/>
        </p:nvSpPr>
        <p:spPr>
          <a:xfrm>
            <a:off x="6438364" y="5487699"/>
            <a:ext cx="5512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https://scholar.google.com/citations?view_op=list_works&amp;hl=en&amp;hl=en&amp;user=WXtW1XMAAAAJ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 dirty="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V-Model is an extension of the waterfall model and is based on an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This is a highly disciplined model, and the next phase starts only after the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Requirements are not precise, and the p</a:t>
            </a:r>
            <a:r>
              <a:rPr lang="en-GB" sz="2200" dirty="0"/>
              <a:t>rototype serves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 dirty="0"/>
              <a:t>System requirements ALWAYS evolve during a project, so process iteration is proper where earlier stages are reworked and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</a:t>
            </a:r>
            <a:r>
              <a:rPr lang="en-US" sz="2000" dirty="0">
                <a:latin typeface="+mj-lt"/>
              </a:rPr>
              <a:t>delivering the system as a single delivery, development and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 dirty="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prioritized, and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 dirty="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 dirty="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In the RAD model, the components or functions are </a:t>
            </a:r>
            <a:r>
              <a:rPr lang="en-US" sz="2000" dirty="0">
                <a:solidFill>
                  <a:srgbClr val="C00000"/>
                </a:solidFill>
              </a:rPr>
              <a:t>developed in parallel </a:t>
            </a:r>
            <a:r>
              <a:rPr lang="en-US" sz="2000" dirty="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</a:t>
            </a:r>
            <a:r>
              <a:rPr lang="en-GB" altLang="en-US" sz="2000" dirty="0"/>
              <a:t>, give or take 30 days</a:t>
            </a:r>
            <a:r>
              <a:rPr lang="en-US" sz="2000" dirty="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 dirty="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 Unified Process (RUP)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- 10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691</Words>
  <Application>Microsoft Office PowerPoint</Application>
  <PresentationFormat>Widescreen</PresentationFormat>
  <Paragraphs>88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ＭＳ Ｐゴシック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Jubayer Ahamed</cp:lastModifiedBy>
  <cp:revision>25</cp:revision>
  <dcterms:created xsi:type="dcterms:W3CDTF">2019-05-13T08:37:20Z</dcterms:created>
  <dcterms:modified xsi:type="dcterms:W3CDTF">2025-10-27T08:51:05Z</dcterms:modified>
</cp:coreProperties>
</file>